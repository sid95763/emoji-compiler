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137160" cy="3108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1463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EMOJICOMPILER STUDIO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4440" y="192024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Visual, Interactive &amp; Humorous C++ Compiler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32461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Educational Compiler Suite bridging Lexing, Parsing, Semantic Analysis, and Runtime Diagnostics with Gamified Developer Feedback.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4389120"/>
            <a:ext cx="987552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45262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/ Focus: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Design (CD) Project     |     </a:t>
            </a:r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• TypeScript • Monaco Editor • Zustand • AST Engine
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Innovations: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Pipeline Stepper • Live Token Visualizer • Big-O Complexity Heuristic • 3-Tier Humor Matrix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The C++ Learning Cliff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GCC/Clang Experience 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Cryptic Diagnostic Output: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template cascades, unfamiliar linker errors, and dense terminal syntax dumps intimidate students and beginners.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Black Box Pipeline: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cannot see what stage caught their error (Did Lexer fail? Did Parser fail? Or was it Semantic Analysis?).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Cascading Cognitive Overload: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omitted semicolon produces 15+ misleading cascading compiler errors.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Textbook Theory Disconnect: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compiler theory covers CFGs and symbol tables, but practical IDEs hide these internals completely.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EmojiCompiler Solution 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9672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Human-Centric Diagnostics: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raw errors into intuitive emojis (✂️ Missing Semicolon, 👻 Ghost Variable, 💥 Segfault, ♾️ TLE).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5-Stage Live Pipeline Stepper: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progress tracker from Lexing to Assembly that pinpoints the exact failure phase.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AST Fixes &amp; Diffs: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red/green before-and-after diffs with automated patch application directly into code.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Humor &amp; Gamification Engine: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Selectable humor levels (Pro, Puns, Roast), Mascot companion, and clean compilation streaks.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High-Level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0876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Monaco Code Editor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1965960"/>
            <a:ext cx="2212848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C++ syntax highlighting, line numbers, glyph margin emoji decorations, and Ctrl+Enter keyboard bindings.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56432" y="132588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150876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Lightweight Lexer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21024" y="1965960"/>
            <a:ext cx="2212848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token visualizer categorizing C++ into Keywords, Identifiers, Literals, Operators, Comments, and Preprocessors.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1344" y="132588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50876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Hybrid Compiler Engine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45936" y="1965960"/>
            <a:ext cx="2212848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Dual-path architecture: Judge0 cloud sandbox with strict 1200ms timeout + zero-latency local C++ simulation engine.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06256" y="132588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1508760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Diagnostic &amp; Humor Matrix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70848" y="1965960"/>
            <a:ext cx="2212848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Pattern-matching parser classifying severity, error phase, generating witty jokes, ELI5 notes, and inline AST fixes.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10725912" cy="214884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160520"/>
            <a:ext cx="10177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REACTIVE STATE LOOP (Zustand 5 Store Architecture)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526280"/>
            <a:ext cx="10177272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Code Input  ➔  </a:t>
            </a:r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Token Stream (200ms debounce)  ➔  </a:t>
            </a:r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Compilation Trigger (Ctrl+Enter)  ➔  </a:t>
            </a:r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Animation  ➔  </a:t>
            </a:r>
            <a:pPr indent="0" marL="0">
              <a:buNone/>
            </a:pPr>
            <a:r>
              <a:rPr lang="en-US" sz="11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&amp; Output Parsing  ➔  </a:t>
            </a:r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Emoji Glyphs + Diff Popovers + Mascot Speech + Streak Tracking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534924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persistence: User stats, clean run streaks, achievements, and peer line comments persist automatically in browser LocalStorage.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Lexical Analysis &amp; Live Token Visualizer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Theory: Tokenization &amp; Regex Scanning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Purpose in Compiler Theory: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continuous source character stream into a sequence of discrete lexical tokens &lt;token_type, value&gt; while discarding whitespace.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Built-In Token Categories: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(int, return), Identifiers (names), Literals ("strings", 42), Operators (+, &lt;&lt;), Punctuation (;, {}), Comments, and Preprocessor (#include).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Lexical Errors Caught: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Unterminated string literals (e.g. cout &lt;&lt; "hello...;), stray characters (e.g. @, $), and unclosed multiline comments /*.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Emoji Assigned: 🔤 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Lexing stage tag ("Caught at the lexical tokenization gate!").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Token Visualizer (TokensTab.tsx)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9672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Interactive Stream: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Debounced scanning (200ms) instantly categorizes all tokens in the editor without server latency.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Color Coding: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Keywords: Purple
  - Identifiers: Sky Blue
  - Literals: Amber
  - Operators: Mint Green
  - Punctuation: Slate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Click-to-Jump Navigation: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any token badge automatically centers the Monaco editor and highlights the exact line and column.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Syntax Analysis (Parsing &amp; Grammar Rules)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Context-Free Grammar &amp; AST Construction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Grammatical Parsing: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that token sequences follow C++ production rules (e.g. Statement -&gt; Expression ";").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Abstract Syntax Tree (AST):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representation of program logic eliminating redundant syntactic sugar.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#1 Student Pitfall — Semicolons: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requires explicit statement boundaries. Omitting ; before a subsequent token triggers grammar breakdown.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Delimiter Balance Verification: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Stack-based verification of (), {}, and [] to pinpoint unclosed braces with exact line coordinates.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Parsing Engine Features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9672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 Missing Semicolon Detection: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non-terminated expressions and pins glyph marker on the exact line needing the semicolon.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🧱 Unmatched Bracket Diagnosis: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bracket call stack and highlights missing closing braces at input termination.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Before/After Inline Diff: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real-time green/red visual diff preview in the error comment popover.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1-Click "Apply Fix" Action: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patch directly to the active Monaco editor line and increments the user fix streak!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Semantic Analysis &amp; Symbol Tables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👻  Undeclared Variables (Ghost Vars)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variable use before declaration or out of scope. Checks symbol table and suggests appropriate declaration types.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 Type Compatibility Checking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20116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invalid type conversions, such as assigning const char* string literals to integer variables.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Missing Header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Recognizes cout, vector, string, stack, or unordered_map without required #include directives.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5352" y="37947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 Unused Symbol Warnings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9672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variables allocated on the stack frame that are never read or mutated, optimizing memory usage.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4 &amp; 5: Complexity Analysis &amp; Runtime Traps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Complexity Analyzer (Static IR Heuristic)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Loop Depth Estimation: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AST traversal calculating nested for and while loop depths.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Big-O Notations Classified: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Constant, O(log N) Logarithmic, O(N) Linear, O(N log N) Linearithmic, O(N²) Quadratic, O(N³) Cubic.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Bottleneck Highlighting: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highlights the deepest loop in Monaco editor with amber warning glyphs.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Educational Complexity Badges: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footer meter showing complexity score and warning explanations.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508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&amp; Runtime Execution Stage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Assembly Code Generator: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clean x86-64 assembly (.globl main, pushq %rbp, movl $0, %eax) available for export.
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💥 Segfault (SIGSEGV Exit Code 139):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memory access violations when dereferencing nullptr or wild pointers.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♾️ Infinite Loop (TLE Exit Code 137):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non-terminating loops with simulated CPU time-limit traps.
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➗ Division by Zero (SIGFPE Exit Code 136):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Traps arithmetic exceptions before host runtime corruption.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PEDAGOGICAL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Humor Matrix &amp; Adaptive Diagnostics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337560" cy="4800600"/>
          </a:xfrm>
          <a:prstGeom prst="roundRect">
            <a:avLst>
              <a:gd name="adj" fmla="val 2740"/>
            </a:avLst>
          </a:prstGeom>
          <a:solidFill>
            <a:srgbClr val="1E293B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Mode 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ISO standard-compliant technical explanations. Designed for competitive programming and exam mode without comedic distractions.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60120" y="4023360"/>
            <a:ext cx="2880360" cy="187452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1605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MASCOT FEEDBACK: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443484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“Missing semicolon at line 6 before closing brace.”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25696" y="1325880"/>
            <a:ext cx="3337560" cy="4800600"/>
          </a:xfrm>
          <a:prstGeom prst="roundRect">
            <a:avLst>
              <a:gd name="adj" fmla="val 2740"/>
            </a:avLst>
          </a:prstGeom>
          <a:solidFill>
            <a:srgbClr val="1E293B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15087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54296" y="17830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Puns Mode 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54296" y="22402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metaphors and gentle computer science puns to keep spirits high during late-night programming assignments.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54296" y="4023360"/>
            <a:ext cx="2880360" cy="187452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41605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MASCOT FEEDBACK: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91456" y="443484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“Semicolons: the silent heroes of C++. Don’t leave this line hanging!”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19872" y="1325880"/>
            <a:ext cx="3337560" cy="4800600"/>
          </a:xfrm>
          <a:prstGeom prst="roundRect">
            <a:avLst>
              <a:gd name="adj" fmla="val 2740"/>
            </a:avLst>
          </a:prstGeom>
          <a:solidFill>
            <a:srgbClr val="1E293B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5087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48472" y="17830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Mode 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48472" y="22402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Witty, sharp banter aimed strictly at the code syntax (never the student). Features subtle screen-shake animations and audio laughs.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48472" y="4023360"/>
            <a:ext cx="2880360" cy="187452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41605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MASCOT FEEDBACK: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85632" y="4434840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“Even JavaScript knows a semicolon belongs here. What’s your excuse?”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RELIABILITY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Resilience: Solving the "Output Hang" Bug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Bug Identified 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Root Cause Analysis: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Judge0 API endpoint (ce.judge0.com) drops packets or hangs indefinitely behind firewalls.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Missing Fetch Timeout: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fetch() lacked an AbortSignal timeout. Requests waited for infinite TCP keep-alive.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UI Freeze Cascade: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isCompiling remained true forever, the RUN button was permanently locked, and the Output Panel never rendered.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Dual-Engine Solution 🛡️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9672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1200ms Strict AbortController: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Aborts remote network calls after 1.2s, preventing UI lockups completely.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Connection Status Caching: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offline state so subsequent compilations run locally with 0ms delay.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Local C++ Output Evaluator: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cout, cin (stdin stream), variables, and arithmetic expressions accurately in browser.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Compiling Animation in Output Panel: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pulse-spinner and active stage indicator so user always receives immediate visual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ENGAGEMENT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Gamification, Mascot &amp; Interactive Experience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🐛  Emotive Bug Mascot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companion with 6 animated mood states (idle, happy, panic, segfault, sleepy, laughing) delivering contextual advice.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Clean Compilation Streaks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20116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consecutive error-free builds in user state, encouraging careful programming habits and thorough code inspection.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Achievement Badges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milestone toasts: First Compile, Zero-Error Run, Ghost Hunter (10 vars fixed), Semicolon Veteran, and Night Owl.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5352" y="37947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Inline Peer Line Comments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9672" y="4480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Docs-style comment threads attached directly to source line numbers with resolve toggles and author tags.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Library &amp; Automated Verification Suite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Curated Educational Programs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Unterminated String 🔤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Lexing stage test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Missing Semicolon ✂️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Parsing stage test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Undeclared Ghost Var 👻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Semantic symbol test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Segfault Nullptr Dereference 💥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SIGSEGV test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Nested Loop O(N³) 🐢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Big-O complexity test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Clean Compile ✨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Confetti celebration &amp; streak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Two Sum (Hash Map O(N)) 🎯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Algorithm test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Valid Parentheses (Stack) 🧱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Data structures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Kadane’s Max Subarray 📈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Dynamic programming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Binary Search O(log N) 🔍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Logarithmic search test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Automated Test Suite (100% Passed)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192024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1. Compilation Pipeline View (5 tests passed)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Correctly categorizes lexing, parsing, semantic, and runtime phases.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2. Live Token Visualizer &amp; Lexer (1 test passed)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Validates full spectrum C++ keyword, literal, and operator tokens.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3. Bug Mascot States &amp; Humor Speech (1 test passed)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Ensures dialogue matches humor level without exceeding word budget.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4. Error Streaks &amp; Achievements (2 tests passed)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Validates streak tracking and milestone unlock conditions.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5. Complexity Analyzer Heuristics (3 tests passed)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Accurately classifies O(1), O(log N), O(N), and O(N³).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6. Resilient Compiler Execution (5 tests passed)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Verifies zero-hang execution, custom cout evaluation, and runtime traps.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 Stack &amp;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&amp; TypeScript 5.9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lifecycle, strict typing, and zero runtime type errors across all compiler services.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25696" y="132588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5087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BUNDLING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7.3 &amp; ESModules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54296" y="210312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Lightning-fast Hot Module Replacement (HMR) and optimized multi-chunk production tree-shaking.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19872" y="132588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087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EDITOR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48472" y="1737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Monaco Editor (@monaco-editor/react)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48472" y="210312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Industrial-grade VS Code editor core with custom glyph margins, line decorations, and keybindings.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97764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4206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5.0 with LocalStorage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45720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atomic state store managing code, diagnostics, comments, streaks, and settings.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25696" y="379476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97764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MOTION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54296" y="4206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 3.15 &amp; ScrollTrigger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54296" y="45720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Curtain zoom landing sequence, scrubbed transform depth effects, and smooth layout resizing.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19872" y="3794760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397764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AUDIO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48472" y="4206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jsPDF 4.2 &amp; Web Audio API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48472" y="45720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diagnostic PDF debugging report export and synthesized audio reactions with zero sound file assets.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Horizons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EmojiCompiler — Educational Compiler Design Architecture  |  16:9 Widescreen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Educational Contributions 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Demystified Compiler Phases: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abstract textbook phases into live visual steps (Lexer, Parser, Semantic, IR, Assembly).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Humanized Debugging: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error intimidation through emoji diagnostics, before/after diffs, and 1-click AST fix application.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Resilient Dual-Engine Design: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100% zero-hang execution both online (Judge0) and offline (Local C++ simulator).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Gamified Code Quality: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Encourages clean coding standards through clean run streaks, achievements, and complexity meters.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212080" cy="4800600"/>
          </a:xfrm>
          <a:prstGeom prst="roundRect">
            <a:avLst>
              <a:gd name="adj" fmla="val 1905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 &amp; Enhancements 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19672" y="1965960"/>
            <a:ext cx="466344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In-Browser WebAssembly Clang (Wasm):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Compiling real Clang 18 into WebAssembly to execute native multi-translation units directly in browser memory.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3D AST Visualization Graph: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interactive D3/Three.js node graphs of the Abstract Syntax Tree as code is typed.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Multi-File Compilation Support: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inclusion graphs (.h/.cpp) to visualize linker resolution and symbol table linking.
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Classroom Collaboration Mode: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real-time pair programming with instructor live code inspection and comments.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13</Slides>
	<Notes>13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13</vt:i4></vt:variant>
		</vt:vector>
	</HeadingPairs>
	<TitlesOfParts>
		<vt:vector size="16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
		</vt:vector>
	</TitlesOfParts>
	<Company>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EmojiCompiler: Interactive C++ Compiler Architecture</dc:title>
  <dc:subject>PptxGenJS Presentation</dc:subject>
  <dc:creator>Compiler Design Team</dc:creator>
  <cp:lastModifiedBy>Compiler Design Team</cp:lastModifiedBy>
  <cp:revision>1</cp:revision>
  <dcterms:created xsi:type="dcterms:W3CDTF">2026-10-22T13:13:51Z</dcterms:created>
  <dcterms:modified xsi:type="dcterms:W3CDTF">2026-10-22T13:13:51Z</dcterms:modified>
</cp:coreProperties>
</file>